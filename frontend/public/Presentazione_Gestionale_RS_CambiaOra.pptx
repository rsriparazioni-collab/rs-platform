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731520"/>
            <a:ext cx="2824647" cy="1920240"/>
          </a:xfrm>
          <a:prstGeom prst="rect">
            <a:avLst/>
          </a:prstGeom>
        </p:spPr>
      </p:pic>
      <p:pic>
        <p:nvPicPr>
          <p:cNvPr id="3" name="Picture 2" descr="cambiaora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731520"/>
            <a:ext cx="3507288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17520"/>
            <a:ext cx="12188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5A146E"/>
                </a:solidFill>
                <a:latin typeface="Calibri"/>
              </a:rPr>
              <a:t>Gestionale RS &amp; CambiaOra</a:t>
            </a:r>
          </a:p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BE2882"/>
                </a:solidFill>
                <a:latin typeface="Calibri"/>
              </a:rPr>
              <a:t>Tutto sotto controllo</a:t>
            </a:r>
          </a:p>
          <a:p>
            <a:pPr algn="ctr">
              <a:spcAft>
                <a:spcPts val="14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Energia, riparazioni, telefonia, magazzino, ritiri usato e WhatsApp dei negozi — in una sola piattaforma</a:t>
            </a:r>
          </a:p>
          <a:p>
            <a:pPr algn="ctr">
              <a:spcAft>
                <a:spcPts val="1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Presentazione per la squadra ·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Perché questo progetto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La situazione prima e dopo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PRIMA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Dati sparsi in 7+ fogli Google diversi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Nessun controllo su chi vede cosa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Rinnovi energia segnati a mano, facili da perdere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Numerazione bolle e riparazioni manuale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Magazzino a memoria, giacenze mai certe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Privacy e recensioni inviate a mano una a 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BE2882"/>
                </a:solidFill>
                <a:latin typeface="Calibri"/>
              </a:rPr>
              <a:t>OGGI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Un solo gestionale condiviso e sempre aggiornato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Permessi per ruolo e per negozio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Alert automatici su scadenze e rinnovi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Numerazione automatica documenti per negozio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Magazzino per negozio con scarico automatico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▪  WhatsApp automatici dal numero del negozio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I moduli della piattaforma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Tutto quello che serve al punto vendita, in un posto solo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DASHBOARD — KPI del giorno, 'Scadenze della settimana' e alert magazzino sotto scorta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CLIENTI — anagrafica unica multi-servizio con badge Premium (3 step)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ENERGIA — contratti luce/gas, rinnovo automatico a 10 mesi, export Excel, PDF unificato bollette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RIPARAZIONI — stati lavorazione, prezzo consigliato automatico, scheda PDF da firmare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TELEFONIA — SIM / internet / fisso con tracciamento vincoli (es. 48 mesi)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MAGAZZINO — giacenze per negozio, rigenerati/usati, disponibilità cross-negozio, export Excel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RITIRI USATO — bolla PDF con numerazione per negozio (M, SO, G, T, SA, GR)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WHATSAPP — un numero per negozio, privacy + recensione Google automatiche, log invii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Riparazioni: il flusso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Dal banco alla consegna, tutto tracciato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Numero automatico per negozio (es. RM109) — separato dai ritiri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Codice sblocco (simbolo/PIN/password) + account del dispositivo registrati in scheda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Prezzo consigliato automatico: costo ricambio + ricarico + manodopera + IVA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Ricambi prelevati dal magazzino: la giacenza scala da sola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Se il pezzo manca, il sistema dice in quale altro negozio è disponibile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Scheda riparazione PDF stampabile con firme tecnico/cliente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Storico completo importato: 167 riparazioni già dentro il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Magazzino e ritiri usato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Inventario vero, documenti in regola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Giacenza separata per negozio: l'inventario è sempre chiaro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Categorie: display, ricambi, accessori, SIM, rigenerati/usati (prezzo manuale)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Scarico automatico dalle riparazioni, carico/scarico rapido con +/-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Alert 'sotto scorta' in dashboard quando restano 0-2 pezzi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Bolla di ritiro usato: cliente, CF, IMEI, documento, prezzo — PDF pronto da firmare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Numerazione che prosegue i fogli esistenti (Morbegno M8, Sondrio SO7, Gravedona G3...)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Export Excel di magazzino e ritiri per la contabilità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WhatsApp: un numero per negozio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Il cliente riceve i messaggi dal SUO negozio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Ogni negozio collega il proprio numero una sola volta (QR o codice numerico)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Link privacy inviato dalla scheda cliente in 1 clic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Richiesta recensione Google automatica 5 minuti dopo — con il link del negozio giusto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Fallback sicuro: se un numero non è collegato, parte il numero principale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Log invii visibile: cosa è partito, quando, da quale numero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Sessioni persistenti sul server: nessun telefono deve restare acceso in negozio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Ruoli e permessi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Ognuno vede solo quello che gli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ADMIN — tutto, tutti i negozi, compensi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OPERATORE — clienti e servizi su tutti i negozi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NEGOZIO — solo il proprio negozio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TECNICO — tutte le riparazioni, niente vendite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5A146E"/>
                </a:solidFill>
                <a:latin typeface="Calibri"/>
              </a:rPr>
              <a:t>Sezioni attivabili per utente: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Energia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Riparazioni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Telefonia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Combinazioni libere (es. solo riparazioni per il tecnico)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▪  Badge 'WhatsApp connessi X/9' in dashboard per l'admin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I numeri ad oggi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Sistema già popolato e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646 clienti in anagrafica (importati dai fogli Google)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167 riparazioni storiche importate e numerate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9 punti vendita / collaboratori configurati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6 negozi con numerazione documenti autonoma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Badge Premium: clienti a 3 categorie identificati automaticamente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53 test automatici verdi a ogni modifica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2882"/>
                </a:solidFill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5A146E"/>
                </a:solidFill>
                <a:latin typeface="Calibri"/>
              </a:rPr>
              <a:t>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Cosa arriva dopo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Notifiche email automatiche ai negozi sui compensi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Statistiche avanzate per fornitore e periodo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Scrittura bolle direttamente su Google Sheet (archivio storico)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Import storico SIM/internet se servono i fogli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▪  Richiesta recensione automatica alla consegna riparazione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200" b="1">
                <a:solidFill>
                  <a:srgbClr val="5A146E"/>
                </a:solidFill>
                <a:latin typeface="Calibri"/>
              </a:rPr>
              <a:t>Meno carta, meno errori, più tempo per i clienti.</a:t>
            </a:r>
          </a:p>
          <a:p>
            <a:pPr algn="ctr">
              <a:spcAft>
                <a:spcPts val="16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Gestionale RS &amp; CambiaOra — tutto sotto controllo. Si parte.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